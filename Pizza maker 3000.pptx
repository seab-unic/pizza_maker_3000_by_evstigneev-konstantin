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6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0AB7-3D10-4139-B4F1-574E7B0797BC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0F45E-C3DF-463F-A6A7-EB88137769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6587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0AB7-3D10-4139-B4F1-574E7B0797BC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0F45E-C3DF-463F-A6A7-EB88137769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4458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0AB7-3D10-4139-B4F1-574E7B0797BC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0F45E-C3DF-463F-A6A7-EB88137769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5437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0AB7-3D10-4139-B4F1-574E7B0797BC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0F45E-C3DF-463F-A6A7-EB88137769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3479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0AB7-3D10-4139-B4F1-574E7B0797BC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0F45E-C3DF-463F-A6A7-EB88137769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99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0AB7-3D10-4139-B4F1-574E7B0797BC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0F45E-C3DF-463F-A6A7-EB88137769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9903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0AB7-3D10-4139-B4F1-574E7B0797BC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0F45E-C3DF-463F-A6A7-EB88137769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5002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0AB7-3D10-4139-B4F1-574E7B0797BC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0F45E-C3DF-463F-A6A7-EB88137769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5656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0AB7-3D10-4139-B4F1-574E7B0797BC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0F45E-C3DF-463F-A6A7-EB88137769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6046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0AB7-3D10-4139-B4F1-574E7B0797BC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0F45E-C3DF-463F-A6A7-EB88137769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1489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0AB7-3D10-4139-B4F1-574E7B0797BC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0F45E-C3DF-463F-A6A7-EB88137769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5906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0AB7-3D10-4139-B4F1-574E7B0797BC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0F45E-C3DF-463F-A6A7-EB881377691C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016916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0AB7-3D10-4139-B4F1-574E7B0797BC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0F45E-C3DF-463F-A6A7-EB88137769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03644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0AB7-3D10-4139-B4F1-574E7B0797BC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0F45E-C3DF-463F-A6A7-EB88137769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87264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0AB7-3D10-4139-B4F1-574E7B0797BC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0F45E-C3DF-463F-A6A7-EB88137769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85727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0AB7-3D10-4139-B4F1-574E7B0797BC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0F45E-C3DF-463F-A6A7-EB88137769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10066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0AB7-3D10-4139-B4F1-574E7B0797BC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0F45E-C3DF-463F-A6A7-EB88137769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1594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A0BE0AB7-3D10-4139-B4F1-574E7B0797BC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21C0F45E-C3DF-463F-A6A7-EB88137769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93720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778" r:id="rId12"/>
    <p:sldLayoutId id="2147483779" r:id="rId13"/>
    <p:sldLayoutId id="2147483780" r:id="rId14"/>
    <p:sldLayoutId id="2147483781" r:id="rId15"/>
    <p:sldLayoutId id="2147483782" r:id="rId16"/>
    <p:sldLayoutId id="214748378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4A03DE-DE1E-D7DB-A5AA-DE37FD98C3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Pizza maker 3000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1B4F548-7FB8-8A5F-B947-5CBF9749BA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84099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F4ACA2-A329-B1F8-F161-2EAA637C0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 проекте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E69F3E-C1B6-EA9B-DC1C-8F36F00E1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3872809" cy="4058751"/>
          </a:xfrm>
        </p:spPr>
        <p:txBody>
          <a:bodyPr/>
          <a:lstStyle/>
          <a:p>
            <a:r>
              <a:rPr lang="ru-RU" dirty="0"/>
              <a:t>Пицца мейкер три тысячи - это проект виртуальной пиццерии которой при доработки может использоваться для реальных пиццерий </a:t>
            </a:r>
          </a:p>
          <a:p>
            <a:r>
              <a:rPr lang="ru-RU" dirty="0"/>
              <a:t>Целью является создание проекта являющего собою макет виртуальной </a:t>
            </a:r>
            <a:r>
              <a:rPr lang="ru-RU"/>
              <a:t>пиццерии для последующей доработки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9260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3ACE0E-335F-5AEB-6CD5-2FE6D91EA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из себя представляет проект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12EC4B-4C64-9ABC-31F2-CC19E1137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4460638" cy="4058751"/>
          </a:xfrm>
        </p:spPr>
        <p:txBody>
          <a:bodyPr/>
          <a:lstStyle/>
          <a:p>
            <a:r>
              <a:rPr lang="ru-RU" dirty="0"/>
              <a:t>Мой проект представляет из себя пиццерию через консоль </a:t>
            </a:r>
            <a:r>
              <a:rPr lang="en-US" dirty="0"/>
              <a:t>python</a:t>
            </a:r>
            <a:r>
              <a:rPr lang="ru-RU" dirty="0"/>
              <a:t>, в нем реализована регистрация, вход в зарегистрированный в аккаунт, вывод чека с помощью декоратора, заказ обычной и </a:t>
            </a:r>
            <a:r>
              <a:rPr lang="ru-RU" dirty="0" err="1"/>
              <a:t>кастомной</a:t>
            </a:r>
            <a:r>
              <a:rPr lang="ru-RU" dirty="0"/>
              <a:t> </a:t>
            </a:r>
            <a:r>
              <a:rPr lang="ru-RU" dirty="0" err="1"/>
              <a:t>пиццы,так</a:t>
            </a:r>
            <a:r>
              <a:rPr lang="ru-RU" dirty="0"/>
              <a:t> же реализована функция </a:t>
            </a:r>
            <a:r>
              <a:rPr lang="en-US" dirty="0" err="1"/>
              <a:t>asyncio</a:t>
            </a:r>
            <a:r>
              <a:rPr lang="en-US" dirty="0"/>
              <a:t> </a:t>
            </a:r>
            <a:r>
              <a:rPr lang="ru-RU" dirty="0"/>
              <a:t>- через ожидание после ввода пользователем данных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6888BFB-2A5B-83A4-B17B-507CE377E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4433" y="1732449"/>
            <a:ext cx="4192252" cy="177579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31C111C-F445-6CE1-1BF6-2AC986640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103" y="3660642"/>
            <a:ext cx="4477375" cy="128605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8E07C60-BEB1-1611-9260-F09333FEEF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5071" y="1490414"/>
            <a:ext cx="2184636" cy="2017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430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31CE9C-0D4A-D742-9D45-F7C44EF86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Подробнее про упомянутые аспекты проекта и как я их реализовывал </a:t>
            </a:r>
          </a:p>
        </p:txBody>
      </p:sp>
    </p:spTree>
    <p:extLst>
      <p:ext uri="{BB962C8B-B14F-4D97-AF65-F5344CB8AC3E}">
        <p14:creationId xmlns:p14="http://schemas.microsoft.com/office/powerpoint/2010/main" val="1107632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F45B64-D026-C03A-E1EE-661004370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Регистрация пользователя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6EFC82-D478-7475-E504-AAE0E5516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4320678" cy="4058751"/>
          </a:xfrm>
        </p:spPr>
        <p:txBody>
          <a:bodyPr/>
          <a:lstStyle/>
          <a:p>
            <a:r>
              <a:rPr lang="ru-RU" dirty="0"/>
              <a:t>Регистрация пользователя реализована через запись зарегистрировавшегося пользователя в файл </a:t>
            </a:r>
            <a:r>
              <a:rPr lang="en-US" dirty="0" err="1"/>
              <a:t>list_users</a:t>
            </a:r>
            <a:endParaRPr lang="en-US" dirty="0"/>
          </a:p>
          <a:p>
            <a:r>
              <a:rPr lang="ru-RU" dirty="0"/>
              <a:t>При входе происходит проверка на существование введённого </a:t>
            </a:r>
            <a:r>
              <a:rPr lang="en-US" dirty="0"/>
              <a:t>email</a:t>
            </a:r>
            <a:r>
              <a:rPr lang="ru-RU" dirty="0"/>
              <a:t> и его пароль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1594B75-5DDB-93BE-31D1-3F464702A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4473" y="3429000"/>
            <a:ext cx="5501456" cy="179095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E513635-E9B1-F461-EE72-9462A90FD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473" y="2279683"/>
            <a:ext cx="6776519" cy="602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628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EC281B-A520-A28D-BAE9-8A4158017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Декораторы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FA8294-0961-8B11-7B98-A7F039465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4264695" cy="4058751"/>
          </a:xfrm>
        </p:spPr>
        <p:txBody>
          <a:bodyPr/>
          <a:lstStyle/>
          <a:p>
            <a:r>
              <a:rPr lang="ru-RU" dirty="0"/>
              <a:t>Абсолютно все декораторы в коде сделаны одинаково за исключением надписи в середине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5EFAD80-6993-DF98-B039-BBED345BC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490" y="1742510"/>
            <a:ext cx="4734586" cy="404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803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530910-547D-75C1-9767-5E34A3BEB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Меню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A383AD-FA60-BCEF-F718-CF15B073C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4367332" cy="4058751"/>
          </a:xfrm>
        </p:spPr>
        <p:txBody>
          <a:bodyPr/>
          <a:lstStyle/>
          <a:p>
            <a:r>
              <a:rPr lang="ru-RU" dirty="0"/>
              <a:t>Меню реализуется через простой вывод </a:t>
            </a:r>
            <a:r>
              <a:rPr lang="en-US" dirty="0"/>
              <a:t>print,</a:t>
            </a:r>
            <a:r>
              <a:rPr lang="ru-RU" dirty="0"/>
              <a:t> с декоратором, для функции создания </a:t>
            </a:r>
            <a:r>
              <a:rPr lang="ru-RU" dirty="0" err="1"/>
              <a:t>кастомной</a:t>
            </a:r>
            <a:r>
              <a:rPr lang="ru-RU" dirty="0"/>
              <a:t> пиццы используется ввод цифр для включения ингредиентов в пиццу(это реализовано через список)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9130F15-58B3-71ED-9CC0-09D4D6074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1126" y="1580050"/>
            <a:ext cx="3775801" cy="243211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13076DB-F8D8-6EC7-9656-8AA8A6133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6983" y="1545836"/>
            <a:ext cx="2827457" cy="366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464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79E7E5-D9A6-EAE9-159C-F2DB5DE02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Печать чека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A329B7-C319-3C7F-0AFA-EB8D12F9F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4227372" cy="4058751"/>
          </a:xfrm>
        </p:spPr>
        <p:txBody>
          <a:bodyPr/>
          <a:lstStyle/>
          <a:p>
            <a:r>
              <a:rPr lang="ru-RU" dirty="0"/>
              <a:t>Печать чека реализуется через вывод элементов списка заказа с декоратором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AFCC4B6-66FE-EDDA-58C0-8F85710C1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167" y="1732449"/>
            <a:ext cx="5068007" cy="21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224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95FECA-B3B3-6109-0CB7-DE2EE8AD9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Безопасность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E07A21-899C-EB78-0C62-7F0E26E39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Уровень безопасности моего проекта – невысок т.к единственной защитой является пароль при входе </a:t>
            </a:r>
            <a:r>
              <a:rPr lang="ru-RU"/>
              <a:t>в аккаунт</a:t>
            </a:r>
          </a:p>
        </p:txBody>
      </p:sp>
    </p:spTree>
    <p:extLst>
      <p:ext uri="{BB962C8B-B14F-4D97-AF65-F5344CB8AC3E}">
        <p14:creationId xmlns:p14="http://schemas.microsoft.com/office/powerpoint/2010/main" val="42751100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ланец">
  <a:themeElements>
    <a:clrScheme name="Сланец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Сланец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анец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TM04033929[[fn=Сланец]]</Template>
  <TotalTime>159</TotalTime>
  <Words>192</Words>
  <Application>Microsoft Office PowerPoint</Application>
  <PresentationFormat>Широкоэкранный</PresentationFormat>
  <Paragraphs>18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Calisto MT</vt:lpstr>
      <vt:lpstr>Wingdings 2</vt:lpstr>
      <vt:lpstr>Сланец</vt:lpstr>
      <vt:lpstr>Pizza maker 3000</vt:lpstr>
      <vt:lpstr>О проекте</vt:lpstr>
      <vt:lpstr>Что из себя представляет проект</vt:lpstr>
      <vt:lpstr>Подробнее про упомянутые аспекты проекта и как я их реализовывал </vt:lpstr>
      <vt:lpstr>Регистрация пользователя</vt:lpstr>
      <vt:lpstr>Декораторы</vt:lpstr>
      <vt:lpstr>Меню </vt:lpstr>
      <vt:lpstr>Печать чека</vt:lpstr>
      <vt:lpstr>Безопасность </vt:lpstr>
    </vt:vector>
  </TitlesOfParts>
  <Company>LightKey.Store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Seab</dc:creator>
  <cp:lastModifiedBy>Seab</cp:lastModifiedBy>
  <cp:revision>6</cp:revision>
  <dcterms:created xsi:type="dcterms:W3CDTF">2025-11-28T10:01:03Z</dcterms:created>
  <dcterms:modified xsi:type="dcterms:W3CDTF">2025-11-29T08:01:07Z</dcterms:modified>
</cp:coreProperties>
</file>